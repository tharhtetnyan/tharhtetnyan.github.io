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8" r:id="rId2"/>
    <p:sldMasterId id="2147483656" r:id="rId3"/>
  </p:sldMasterIdLst>
  <p:notesMasterIdLst>
    <p:notesMasterId r:id="rId7"/>
  </p:notesMasterIdLst>
  <p:sldIdLst>
    <p:sldId id="278" r:id="rId4"/>
    <p:sldId id="282" r:id="rId5"/>
    <p:sldId id="279" r:id="rId6"/>
  </p:sldIdLst>
  <p:sldSz cx="18288000" cy="10287000"/>
  <p:notesSz cx="6858000" cy="9144000"/>
  <p:embeddedFontLst>
    <p:embeddedFont>
      <p:font typeface="맑은 고딕" panose="020B0503020000020004" pitchFamily="34" charset="-127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68DE"/>
    <a:srgbClr val="E2E5EC"/>
    <a:srgbClr val="99B5F5"/>
    <a:srgbClr val="374257"/>
    <a:srgbClr val="1145AB"/>
    <a:srgbClr val="3668DF"/>
    <a:srgbClr val="FAFAFC"/>
    <a:srgbClr val="3669DF"/>
    <a:srgbClr val="007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88727" autoAdjust="0"/>
  </p:normalViewPr>
  <p:slideViewPr>
    <p:cSldViewPr>
      <p:cViewPr varScale="1">
        <p:scale>
          <a:sx n="63" d="100"/>
          <a:sy n="63" d="100"/>
        </p:scale>
        <p:origin x="132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3E3CE-3B3B-41FE-9D88-675067B22138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8AABB-39FD-40AB-8BC0-B1D2BF0BF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83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8AABB-39FD-40AB-8BC0-B1D2BF0BFF5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25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902C167-D5C4-4260-9902-1E2AD39BD8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2393950" y="2743200"/>
            <a:ext cx="2108200" cy="41910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F29D801A-23C7-431B-967E-E28FD98CB91D}"/>
              </a:ext>
            </a:extLst>
          </p:cNvPr>
          <p:cNvSpPr txBox="1"/>
          <p:nvPr userDrawn="1"/>
        </p:nvSpPr>
        <p:spPr>
          <a:xfrm>
            <a:off x="2381250" y="6057900"/>
            <a:ext cx="973455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6000" spc="-200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Innovative Medical Device Lab</a:t>
            </a:r>
            <a:endParaRPr lang="en-US" sz="6000" b="0" i="0" u="none" strike="noStrike" spc="-500" dirty="0">
              <a:solidFill>
                <a:srgbClr val="3742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36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79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54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그림 7" descr="스크린샷, 텍스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15D0B1-FBE0-41D7-A06B-A567F4C23E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75" y="8403625"/>
            <a:ext cx="1753200" cy="17532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A52351D-D4D0-4CCA-BD65-DB8A07A27B4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60129" y="2142671"/>
            <a:ext cx="10922000" cy="81788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53262F4A-9DFE-4946-B30C-B747D9E52CB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181225" y="-444500"/>
            <a:ext cx="9271000" cy="6946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D54ACC-EC17-4586-B285-DC8A856802DC}"/>
              </a:ext>
            </a:extLst>
          </p:cNvPr>
          <p:cNvSpPr txBox="1"/>
          <p:nvPr userDrawn="1"/>
        </p:nvSpPr>
        <p:spPr>
          <a:xfrm>
            <a:off x="16175" y="9987290"/>
            <a:ext cx="2362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Arial" panose="020B0604020202020204" pitchFamily="34" charset="0"/>
                <a:cs typeface="Arial" panose="020B0604020202020204" pitchFamily="34" charset="0"/>
              </a:rPr>
              <a:t>www.schimedlab.com</a:t>
            </a:r>
            <a:endParaRPr lang="ko-KR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9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0ECC5ED7-E457-4E52-929D-C7E12BEBBF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2700" y="-88900"/>
            <a:ext cx="190500" cy="10426700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B92B4855-AA23-4D09-A1F1-6CF93A85FA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2700" y="1790700"/>
            <a:ext cx="190500" cy="17526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AA155DD4-EC2A-40A2-B60C-31A90C4F696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9789" y="0"/>
            <a:ext cx="2073275" cy="102870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DADFCBE6-0C5F-472E-9AC3-F66226E6ACD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508000" y="1282700"/>
            <a:ext cx="1692000" cy="21832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FC0CB5D8-DC9A-4BA8-B330-75FA511D61D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25000"/>
          </a:blip>
          <a:stretch>
            <a:fillRect/>
          </a:stretch>
        </p:blipFill>
        <p:spPr>
          <a:xfrm rot="-5400000">
            <a:off x="-3063875" y="5080000"/>
            <a:ext cx="10350500" cy="177800"/>
          </a:xfrm>
          <a:prstGeom prst="rect">
            <a:avLst/>
          </a:prstGeom>
        </p:spPr>
      </p:pic>
      <p:pic>
        <p:nvPicPr>
          <p:cNvPr id="12" name="Picture 10">
            <a:extLst>
              <a:ext uri="{FF2B5EF4-FFF2-40B4-BE49-F238E27FC236}">
                <a16:creationId xmlns:a16="http://schemas.microsoft.com/office/drawing/2014/main" id="{62A7B716-A76F-4610-90A4-ECADC6757CD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992600" y="0"/>
            <a:ext cx="1295400" cy="1295400"/>
          </a:xfrm>
          <a:prstGeom prst="rect">
            <a:avLst/>
          </a:prstGeom>
        </p:spPr>
      </p:pic>
      <p:pic>
        <p:nvPicPr>
          <p:cNvPr id="13" name="Picture 11">
            <a:extLst>
              <a:ext uri="{FF2B5EF4-FFF2-40B4-BE49-F238E27FC236}">
                <a16:creationId xmlns:a16="http://schemas.microsoft.com/office/drawing/2014/main" id="{16B8A6AD-9A45-4BAC-B353-E6985EC3A9C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2515686" y="1282700"/>
            <a:ext cx="14040000" cy="26342"/>
          </a:xfrm>
          <a:prstGeom prst="rect">
            <a:avLst/>
          </a:prstGeom>
        </p:spPr>
      </p:pic>
      <p:sp>
        <p:nvSpPr>
          <p:cNvPr id="14" name="TextBox 70">
            <a:extLst>
              <a:ext uri="{FF2B5EF4-FFF2-40B4-BE49-F238E27FC236}">
                <a16:creationId xmlns:a16="http://schemas.microsoft.com/office/drawing/2014/main" id="{B9E7257D-6D10-46F2-9DB6-9398BA33324E}"/>
              </a:ext>
            </a:extLst>
          </p:cNvPr>
          <p:cNvSpPr txBox="1"/>
          <p:nvPr userDrawn="1"/>
        </p:nvSpPr>
        <p:spPr>
          <a:xfrm>
            <a:off x="508000" y="685800"/>
            <a:ext cx="13208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82170"/>
              </a:lnSpc>
            </a:pPr>
            <a:r>
              <a:rPr lang="en-US" altLang="ko-KR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Innovative Medical </a:t>
            </a:r>
          </a:p>
          <a:p>
            <a:pPr lvl="0">
              <a:lnSpc>
                <a:spcPct val="82170"/>
              </a:lnSpc>
            </a:pPr>
            <a:r>
              <a:rPr lang="en-US" altLang="ko-KR" sz="1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Lab</a:t>
            </a:r>
          </a:p>
        </p:txBody>
      </p:sp>
      <p:pic>
        <p:nvPicPr>
          <p:cNvPr id="15" name="그림 14" descr="스크린샷, 텍스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9A218C-5234-4023-A490-52025690BE2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75" y="8403625"/>
            <a:ext cx="1753200" cy="1753200"/>
          </a:xfrm>
          <a:prstGeom prst="rect">
            <a:avLst/>
          </a:prstGeom>
        </p:spPr>
      </p:pic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0CC81BF6-24CD-4659-8B3C-11C43FB4ACDD}"/>
              </a:ext>
            </a:extLst>
          </p:cNvPr>
          <p:cNvSpPr txBox="1">
            <a:spLocks/>
          </p:cNvSpPr>
          <p:nvPr userDrawn="1"/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F40D64-805F-40D0-8376-1C0399C9A599}"/>
              </a:ext>
            </a:extLst>
          </p:cNvPr>
          <p:cNvSpPr txBox="1"/>
          <p:nvPr userDrawn="1"/>
        </p:nvSpPr>
        <p:spPr>
          <a:xfrm>
            <a:off x="16175" y="10020300"/>
            <a:ext cx="2362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Arial" panose="020B0604020202020204" pitchFamily="34" charset="0"/>
                <a:cs typeface="Arial" panose="020B0604020202020204" pitchFamily="34" charset="0"/>
              </a:rPr>
              <a:t>www.schimedlab.com</a:t>
            </a:r>
            <a:endParaRPr lang="ko-KR" altLang="en-US" sz="10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64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924B14-E86F-4A7A-BA58-1D686572C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002000" y="979170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그림 7" descr="스크린샷, 텍스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040FF4-3404-4E71-9B22-5452F28577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398" y="2211300"/>
            <a:ext cx="4075200" cy="40752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767EF490-4436-4E5B-8D80-DA9DCC43EE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60129" y="3321220"/>
            <a:ext cx="10922000" cy="81788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23396312-E92F-4CDF-BAAE-06F6920369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295400" y="-431800"/>
            <a:ext cx="9271000" cy="6946900"/>
          </a:xfrm>
          <a:prstGeom prst="rect">
            <a:avLst/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D8F6227E-E023-4D47-984B-110BBC682A01}"/>
              </a:ext>
            </a:extLst>
          </p:cNvPr>
          <p:cNvSpPr txBox="1"/>
          <p:nvPr userDrawn="1"/>
        </p:nvSpPr>
        <p:spPr>
          <a:xfrm>
            <a:off x="1200148" y="6272103"/>
            <a:ext cx="15887700" cy="236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82170"/>
              </a:lnSpc>
            </a:pPr>
            <a:r>
              <a:rPr lang="en-US" sz="7200" b="1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  <a:p>
            <a:pPr lvl="0" algn="ctr">
              <a:lnSpc>
                <a:spcPct val="82170"/>
              </a:lnSpc>
            </a:pPr>
            <a:r>
              <a:rPr lang="en-US" sz="7200" b="1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listening</a:t>
            </a:r>
            <a:endParaRPr lang="en-US" sz="7200" b="1" i="0" u="none" strike="noStrike" dirty="0">
              <a:solidFill>
                <a:srgbClr val="1040C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870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F30EFC-2CF5-4D64-8C28-33BEBC61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B01FAFCD-87ED-44BE-9D89-46D2048BFF90}"/>
              </a:ext>
            </a:extLst>
          </p:cNvPr>
          <p:cNvSpPr txBox="1"/>
          <p:nvPr/>
        </p:nvSpPr>
        <p:spPr>
          <a:xfrm>
            <a:off x="2381250" y="4610100"/>
            <a:ext cx="158877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altLang="ko-KR" sz="8800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ko-KR" altLang="en-US" sz="8800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월 </a:t>
            </a:r>
            <a:r>
              <a:rPr lang="en-US" altLang="ko-KR" sz="8800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ko-KR" altLang="en-US" sz="8800" dirty="0">
                <a:solidFill>
                  <a:srgbClr val="1040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주차 랩미팅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67916C20-A506-459A-9F26-F9CE1D74BB06}"/>
              </a:ext>
            </a:extLst>
          </p:cNvPr>
          <p:cNvSpPr txBox="1"/>
          <p:nvPr/>
        </p:nvSpPr>
        <p:spPr>
          <a:xfrm>
            <a:off x="2546350" y="2857500"/>
            <a:ext cx="1752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82170"/>
              </a:lnSpc>
            </a:pPr>
            <a:r>
              <a:rPr lang="en-US" sz="1900" b="1" i="0" u="none" strike="noStrike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2026. 1</a:t>
            </a:r>
            <a:r>
              <a:rPr lang="en-US" sz="1900" b="1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1900" b="1" i="0" u="none" strike="noStrike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>
                <a:solidFill>
                  <a:srgbClr val="3742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r>
            <a:endParaRPr lang="en-US" sz="1900" b="1" i="0" u="none" strike="noStrike" dirty="0">
              <a:solidFill>
                <a:srgbClr val="3742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CA7D7E-F8FB-CB56-5B6E-2513A91C64C5}"/>
              </a:ext>
            </a:extLst>
          </p:cNvPr>
          <p:cNvSpPr txBox="1"/>
          <p:nvPr/>
        </p:nvSpPr>
        <p:spPr>
          <a:xfrm>
            <a:off x="30480" y="918210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+mn-ea"/>
              </a:rPr>
              <a:t>Thar Htet Nyan IMEDLAB</a:t>
            </a:r>
            <a:endParaRPr 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2855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6CF0F-07F0-F6C7-8BE2-C48E99C4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F41E34A-E547-954D-BD10-1D8844FADB91}"/>
              </a:ext>
            </a:extLst>
          </p:cNvPr>
          <p:cNvSpPr txBox="1"/>
          <p:nvPr/>
        </p:nvSpPr>
        <p:spPr>
          <a:xfrm>
            <a:off x="2667000" y="639112"/>
            <a:ext cx="1284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3600" spc="-200" dirty="0">
                <a:solidFill>
                  <a:srgbClr val="1145AB"/>
                </a:solidFill>
                <a:latin typeface="Arial" panose="020B0604020202020204" pitchFamily="34" charset="0"/>
                <a:ea typeface="S-Core Dream 5 Medium"/>
                <a:cs typeface="Arial" panose="020B0604020202020204" pitchFamily="34" charset="0"/>
              </a:rPr>
              <a:t>향후 연구 계획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DF2E68-4D67-62BC-3E47-234CF26BD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0" y="6605699"/>
            <a:ext cx="5715000" cy="285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B2868D-131D-2268-5768-BAC308E7C855}"/>
              </a:ext>
            </a:extLst>
          </p:cNvPr>
          <p:cNvSpPr txBox="1"/>
          <p:nvPr/>
        </p:nvSpPr>
        <p:spPr>
          <a:xfrm>
            <a:off x="2651760" y="1562100"/>
            <a:ext cx="13182600" cy="6472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1. </a:t>
            </a:r>
            <a:r>
              <a:rPr lang="en-US" sz="2800" b="1" dirty="0" err="1"/>
              <a:t>학술대회</a:t>
            </a:r>
            <a:r>
              <a:rPr lang="en-US" sz="2800" b="1" dirty="0"/>
              <a:t> </a:t>
            </a:r>
            <a:r>
              <a:rPr lang="en-US" sz="2800" b="1" dirty="0" err="1"/>
              <a:t>발표</a:t>
            </a:r>
            <a:r>
              <a:rPr lang="en-US" sz="2800" b="1" dirty="0"/>
              <a:t> PPT </a:t>
            </a:r>
            <a:r>
              <a:rPr lang="en-US" sz="2800" b="1" dirty="0" err="1"/>
              <a:t>준비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APCMBE/KOSOMBE 2026 </a:t>
            </a:r>
            <a:r>
              <a:rPr lang="en-US" sz="2800" dirty="0" err="1"/>
              <a:t>학술대회</a:t>
            </a:r>
            <a:r>
              <a:rPr lang="en-US" sz="2800" dirty="0"/>
              <a:t> </a:t>
            </a:r>
            <a:r>
              <a:rPr lang="en-US" sz="2800" dirty="0" err="1"/>
              <a:t>구두</a:t>
            </a:r>
            <a:r>
              <a:rPr lang="en-US" sz="2800" dirty="0"/>
              <a:t> </a:t>
            </a:r>
            <a:r>
              <a:rPr lang="en-US" sz="2800" dirty="0" err="1"/>
              <a:t>발표</a:t>
            </a:r>
            <a:r>
              <a:rPr lang="en-US" sz="2800" dirty="0"/>
              <a:t> </a:t>
            </a:r>
            <a:r>
              <a:rPr lang="en-US" sz="2800" dirty="0" err="1"/>
              <a:t>자료</a:t>
            </a:r>
            <a:r>
              <a:rPr lang="en-US" sz="2800" dirty="0"/>
              <a:t> </a:t>
            </a:r>
            <a:r>
              <a:rPr lang="en-US" sz="2800" dirty="0" err="1"/>
              <a:t>제작</a:t>
            </a:r>
            <a:r>
              <a:rPr lang="en-US" sz="2800" dirty="0"/>
              <a:t> 및 </a:t>
            </a:r>
            <a:r>
              <a:rPr lang="en-US" sz="2800" dirty="0" err="1"/>
              <a:t>최종</a:t>
            </a:r>
            <a:r>
              <a:rPr lang="en-US" sz="2800" dirty="0"/>
              <a:t> </a:t>
            </a:r>
            <a:r>
              <a:rPr lang="en-US" sz="2800" dirty="0" err="1"/>
              <a:t>수정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연구</a:t>
            </a:r>
            <a:r>
              <a:rPr lang="en-US" sz="2800" dirty="0"/>
              <a:t> </a:t>
            </a:r>
            <a:r>
              <a:rPr lang="en-US" sz="2800" dirty="0" err="1"/>
              <a:t>방법</a:t>
            </a:r>
            <a:r>
              <a:rPr lang="en-US" sz="2800" dirty="0"/>
              <a:t> 및 </a:t>
            </a:r>
            <a:r>
              <a:rPr lang="en-US" sz="2800" dirty="0" err="1"/>
              <a:t>주요</a:t>
            </a:r>
            <a:r>
              <a:rPr lang="en-US" sz="2800" dirty="0"/>
              <a:t> </a:t>
            </a:r>
            <a:r>
              <a:rPr lang="en-US" sz="2800" dirty="0" err="1"/>
              <a:t>결과</a:t>
            </a:r>
            <a:r>
              <a:rPr lang="en-US" sz="2800" dirty="0"/>
              <a:t> </a:t>
            </a:r>
            <a:r>
              <a:rPr lang="en-US" sz="2800" dirty="0" err="1"/>
              <a:t>정리</a:t>
            </a:r>
            <a:endParaRPr lang="en-US" sz="2800" dirty="0"/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2. </a:t>
            </a:r>
            <a:r>
              <a:rPr lang="en-US" sz="2800" b="1" dirty="0" err="1"/>
              <a:t>구두</a:t>
            </a:r>
            <a:r>
              <a:rPr lang="en-US" sz="2800" b="1" dirty="0"/>
              <a:t> </a:t>
            </a:r>
            <a:r>
              <a:rPr lang="en-US" sz="2800" b="1" dirty="0" err="1"/>
              <a:t>발표</a:t>
            </a:r>
            <a:r>
              <a:rPr lang="en-US" sz="2800" b="1" dirty="0"/>
              <a:t> </a:t>
            </a:r>
            <a:r>
              <a:rPr lang="en-US" sz="2800" b="1" dirty="0" err="1"/>
              <a:t>연습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10분 </a:t>
            </a:r>
            <a:r>
              <a:rPr lang="en-US" sz="2800" dirty="0" err="1"/>
              <a:t>구두</a:t>
            </a:r>
            <a:r>
              <a:rPr lang="en-US" sz="2800" dirty="0"/>
              <a:t> </a:t>
            </a:r>
            <a:r>
              <a:rPr lang="en-US" sz="2800" dirty="0" err="1"/>
              <a:t>발표</a:t>
            </a:r>
            <a:r>
              <a:rPr lang="en-US" sz="2800" dirty="0"/>
              <a:t> </a:t>
            </a:r>
            <a:r>
              <a:rPr lang="en-US" sz="2800" dirty="0" err="1"/>
              <a:t>스크립트</a:t>
            </a:r>
            <a:r>
              <a:rPr lang="en-US" sz="2800" dirty="0"/>
              <a:t> </a:t>
            </a:r>
            <a:r>
              <a:rPr lang="en-US" sz="2800" dirty="0" err="1"/>
              <a:t>준비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발표</a:t>
            </a:r>
            <a:r>
              <a:rPr lang="en-US" sz="2800" dirty="0"/>
              <a:t> </a:t>
            </a:r>
            <a:r>
              <a:rPr lang="en-US" sz="2800" dirty="0" err="1"/>
              <a:t>시간</a:t>
            </a:r>
            <a:r>
              <a:rPr lang="en-US" sz="2800" dirty="0"/>
              <a:t> </a:t>
            </a:r>
            <a:r>
              <a:rPr lang="en-US" sz="2800" dirty="0" err="1"/>
              <a:t>조절</a:t>
            </a:r>
            <a:r>
              <a:rPr lang="en-US" sz="2800" dirty="0"/>
              <a:t> 및 </a:t>
            </a:r>
            <a:r>
              <a:rPr lang="en-US" sz="2800" dirty="0" err="1"/>
              <a:t>예상</a:t>
            </a:r>
            <a:r>
              <a:rPr lang="en-US" sz="2800" dirty="0"/>
              <a:t> </a:t>
            </a:r>
            <a:r>
              <a:rPr lang="en-US" sz="2800" dirty="0" err="1"/>
              <a:t>질문</a:t>
            </a:r>
            <a:r>
              <a:rPr lang="en-US" sz="2800" dirty="0"/>
              <a:t> </a:t>
            </a:r>
            <a:r>
              <a:rPr lang="en-US" sz="2800" dirty="0" err="1"/>
              <a:t>대비</a:t>
            </a:r>
            <a:r>
              <a:rPr lang="en-US" sz="2800" dirty="0"/>
              <a:t> </a:t>
            </a:r>
            <a:r>
              <a:rPr lang="en-US" sz="2800" dirty="0" err="1"/>
              <a:t>연습</a:t>
            </a:r>
            <a:endParaRPr lang="en-US" sz="2800" dirty="0"/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3. TIS </a:t>
            </a:r>
            <a:r>
              <a:rPr lang="en-US" sz="2800" b="1" dirty="0" err="1"/>
              <a:t>자극</a:t>
            </a:r>
            <a:r>
              <a:rPr lang="en-US" sz="2800" b="1" dirty="0"/>
              <a:t> </a:t>
            </a:r>
            <a:r>
              <a:rPr lang="en-US" sz="2800" b="1" dirty="0" err="1"/>
              <a:t>시스템</a:t>
            </a:r>
            <a:r>
              <a:rPr lang="en-US" sz="2800" b="1" dirty="0"/>
              <a:t> </a:t>
            </a:r>
            <a:r>
              <a:rPr lang="en-US" sz="2800" b="1" dirty="0" err="1"/>
              <a:t>문제</a:t>
            </a:r>
            <a:r>
              <a:rPr lang="en-US" sz="2800" b="1" dirty="0"/>
              <a:t> </a:t>
            </a:r>
            <a:r>
              <a:rPr lang="en-US" sz="2800" b="1" dirty="0" err="1"/>
              <a:t>해결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TIS </a:t>
            </a:r>
            <a:r>
              <a:rPr lang="en-US" sz="2800" dirty="0" err="1"/>
              <a:t>자극</a:t>
            </a:r>
            <a:r>
              <a:rPr lang="en-US" sz="2800" dirty="0"/>
              <a:t> </a:t>
            </a:r>
            <a:r>
              <a:rPr lang="en-US" sz="2800" dirty="0" err="1"/>
              <a:t>시스템의</a:t>
            </a:r>
            <a:r>
              <a:rPr lang="en-US" sz="2800" dirty="0"/>
              <a:t> </a:t>
            </a:r>
            <a:r>
              <a:rPr lang="en-US" sz="2800" dirty="0" err="1"/>
              <a:t>기존</a:t>
            </a:r>
            <a:r>
              <a:rPr lang="en-US" sz="2800" dirty="0"/>
              <a:t> </a:t>
            </a:r>
            <a:r>
              <a:rPr lang="en-US" sz="2800" dirty="0" err="1"/>
              <a:t>문제점</a:t>
            </a:r>
            <a:r>
              <a:rPr lang="en-US" sz="2800" dirty="0"/>
              <a:t> </a:t>
            </a:r>
            <a:r>
              <a:rPr lang="en-US" sz="2800" dirty="0" err="1"/>
              <a:t>분석</a:t>
            </a:r>
            <a:r>
              <a:rPr lang="en-US" sz="2800" dirty="0"/>
              <a:t> 및 </a:t>
            </a:r>
            <a:r>
              <a:rPr lang="en-US" sz="2800" dirty="0" err="1"/>
              <a:t>디버깅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출력</a:t>
            </a:r>
            <a:r>
              <a:rPr lang="en-US" sz="2800" dirty="0"/>
              <a:t> </a:t>
            </a:r>
            <a:r>
              <a:rPr lang="en-US" sz="2800" dirty="0" err="1"/>
              <a:t>신호의</a:t>
            </a:r>
            <a:r>
              <a:rPr lang="en-US" sz="2800" dirty="0"/>
              <a:t> </a:t>
            </a:r>
            <a:r>
              <a:rPr lang="en-US" sz="2800" dirty="0" err="1"/>
              <a:t>정확성</a:t>
            </a:r>
            <a:r>
              <a:rPr lang="en-US" sz="2800" dirty="0"/>
              <a:t> 및 </a:t>
            </a:r>
            <a:r>
              <a:rPr lang="en-US" sz="2800" dirty="0" err="1"/>
              <a:t>안정성</a:t>
            </a:r>
            <a:r>
              <a:rPr lang="en-US" sz="2800" dirty="0"/>
              <a:t> </a:t>
            </a:r>
            <a:r>
              <a:rPr lang="en-US" sz="2800" dirty="0" err="1"/>
              <a:t>검증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/>
              <a:t>문제</a:t>
            </a:r>
            <a:r>
              <a:rPr lang="en-US" sz="2800" dirty="0"/>
              <a:t> </a:t>
            </a:r>
            <a:r>
              <a:rPr lang="en-US" sz="2800" dirty="0" err="1"/>
              <a:t>해결</a:t>
            </a:r>
            <a:r>
              <a:rPr lang="en-US" sz="2800" dirty="0"/>
              <a:t> 후 </a:t>
            </a:r>
            <a:r>
              <a:rPr lang="en-US" sz="2800" dirty="0" err="1"/>
              <a:t>시스템</a:t>
            </a:r>
            <a:r>
              <a:rPr lang="en-US" sz="2800" dirty="0"/>
              <a:t> </a:t>
            </a:r>
            <a:r>
              <a:rPr lang="en-US" sz="2800" dirty="0" err="1"/>
              <a:t>성능</a:t>
            </a:r>
            <a:r>
              <a:rPr lang="en-US" sz="2800" dirty="0"/>
              <a:t> </a:t>
            </a:r>
            <a:r>
              <a:rPr lang="en-US" sz="2800" dirty="0" err="1"/>
              <a:t>개선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16B178-DD64-221F-8B85-8EEDE7D72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200" y="3581399"/>
            <a:ext cx="5715000" cy="28270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943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426326"/>
      </p:ext>
    </p:extLst>
  </p:cSld>
  <p:clrMapOvr>
    <a:masterClrMapping/>
  </p:clrMapOvr>
</p:sld>
</file>

<file path=ppt/theme/theme1.xml><?xml version="1.0" encoding="utf-8"?>
<a:theme xmlns:a="http://schemas.openxmlformats.org/drawingml/2006/main" name="IMED_Ti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ME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MED_End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</TotalTime>
  <Words>89</Words>
  <Application>Microsoft Office PowerPoint</Application>
  <PresentationFormat>Custom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</vt:lpstr>
      <vt:lpstr>Arial</vt:lpstr>
      <vt:lpstr>맑은 고딕</vt:lpstr>
      <vt:lpstr>IMED_Title</vt:lpstr>
      <vt:lpstr>IMED</vt:lpstr>
      <vt:lpstr>IMED_Ending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전예진</dc:creator>
  <cp:lastModifiedBy>Thar Htet Nyan</cp:lastModifiedBy>
  <cp:revision>30</cp:revision>
  <dcterms:created xsi:type="dcterms:W3CDTF">2006-08-16T00:00:00Z</dcterms:created>
  <dcterms:modified xsi:type="dcterms:W3CDTF">2026-10-26T07:23:50Z</dcterms:modified>
</cp:coreProperties>
</file>